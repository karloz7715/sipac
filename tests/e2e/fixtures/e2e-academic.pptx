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?>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Universidad Nacional de Colombia. Revista Latinoamericana de Educacion. Maria Fernandez Lopez y Carlos Gomez. Inteligencia artificial en educacion superior 2023. DOI 10.1234/e2e.sipac. Palabras clave: pedagogia digital.</a:t>
            </a:r>
          </a:p>
        </p:txBody>
      </p:sp>
    </p:spTree>
  </p:cSld>
</p:sld>
</file>